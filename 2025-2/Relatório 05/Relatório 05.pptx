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5" r:id="rId15"/>
  </p:sldIdLst>
  <p:sldSz cx="18288000" cy="10287000"/>
  <p:notesSz cx="6858000" cy="9144000"/>
  <p:embeddedFontLst>
    <p:embeddedFont>
      <p:font typeface="DM Sans" panose="020B0604020202020204" charset="0"/>
      <p:regular r:id="rId16"/>
      <p:bold r:id="rId17"/>
      <p:italic r:id="rId18"/>
      <p:boldItalic r:id="rId19"/>
    </p:embeddedFont>
    <p:embeddedFont>
      <p:font typeface="DM Sans Bold" panose="020B0604020202020204" charset="0"/>
      <p:regular r:id="rId20"/>
      <p:bold r:id="rId21"/>
    </p:embeddedFont>
    <p:embeddedFont>
      <p:font typeface="Lazord Sans Serif Expanded Bold" panose="020B0604020202020204" charset="-78"/>
      <p:regular r:id="rId22"/>
    </p:embeddedFont>
    <p:embeddedFont>
      <p:font typeface="Open Sans" panose="020B0604020202020204" charset="0"/>
      <p:regular r:id="rId23"/>
      <p:bold r:id="rId24"/>
      <p:italic r:id="rId25"/>
      <p:boldItalic r:id="rId26"/>
    </p:embeddedFont>
    <p:embeddedFont>
      <p:font typeface="Open Sans Bold" panose="020B0604020202020204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590CE9-34E5-78DD-96E1-AFAC4B25A2B3}" v="1" dt="2025-09-23T21:26:26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DE MORAIS TEIXEIRA" userId="S::david.teixeira@ges.inatel.br::0ab3207c-86b0-49c7-9da7-e7aba5f27b60" providerId="AD" clId="Web-{DC4E0D09-CB74-9BB4-F436-6FFBC79AE4A0}"/>
    <pc:docChg chg="addSld">
      <pc:chgData name="DAVID DE MORAIS TEIXEIRA" userId="S::david.teixeira@ges.inatel.br::0ab3207c-86b0-49c7-9da7-e7aba5f27b60" providerId="AD" clId="Web-{DC4E0D09-CB74-9BB4-F436-6FFBC79AE4A0}" dt="2025-09-19T01:53:31.206" v="0"/>
      <pc:docMkLst>
        <pc:docMk/>
      </pc:docMkLst>
      <pc:sldChg chg="new">
        <pc:chgData name="DAVID DE MORAIS TEIXEIRA" userId="S::david.teixeira@ges.inatel.br::0ab3207c-86b0-49c7-9da7-e7aba5f27b60" providerId="AD" clId="Web-{DC4E0D09-CB74-9BB4-F436-6FFBC79AE4A0}" dt="2025-09-19T01:53:31.206" v="0"/>
        <pc:sldMkLst>
          <pc:docMk/>
          <pc:sldMk cId="3058552041" sldId="266"/>
        </pc:sldMkLst>
      </pc:sldChg>
    </pc:docChg>
  </pc:docChgLst>
  <pc:docChgLst>
    <pc:chgData name="LUCAS EMANUEL DA SILVA GODOI" userId="S::lucas.godoi@ges.inatel.br::db365b1f-2375-4b29-9852-afdc5c0a609e" providerId="AD" clId="Web-{E62F711D-D4BE-87EB-92DB-A1A7B0DE4803}"/>
    <pc:docChg chg="modSld">
      <pc:chgData name="LUCAS EMANUEL DA SILVA GODOI" userId="S::lucas.godoi@ges.inatel.br::db365b1f-2375-4b29-9852-afdc5c0a609e" providerId="AD" clId="Web-{E62F711D-D4BE-87EB-92DB-A1A7B0DE4803}" dt="2025-09-17T23:54:59.570" v="0" actId="14100"/>
      <pc:docMkLst>
        <pc:docMk/>
      </pc:docMkLst>
      <pc:sldChg chg="modSp">
        <pc:chgData name="LUCAS EMANUEL DA SILVA GODOI" userId="S::lucas.godoi@ges.inatel.br::db365b1f-2375-4b29-9852-afdc5c0a609e" providerId="AD" clId="Web-{E62F711D-D4BE-87EB-92DB-A1A7B0DE4803}" dt="2025-09-17T23:54:59.570" v="0" actId="14100"/>
        <pc:sldMkLst>
          <pc:docMk/>
          <pc:sldMk cId="0" sldId="264"/>
        </pc:sldMkLst>
        <pc:spChg chg="mod">
          <ac:chgData name="LUCAS EMANUEL DA SILVA GODOI" userId="S::lucas.godoi@ges.inatel.br::db365b1f-2375-4b29-9852-afdc5c0a609e" providerId="AD" clId="Web-{E62F711D-D4BE-87EB-92DB-A1A7B0DE4803}" dt="2025-09-17T23:54:59.570" v="0" actId="14100"/>
          <ac:spMkLst>
            <pc:docMk/>
            <pc:sldMk cId="0" sldId="264"/>
            <ac:spMk id="8" creationId="{00000000-0000-0000-0000-000000000000}"/>
          </ac:spMkLst>
        </pc:spChg>
      </pc:sldChg>
    </pc:docChg>
  </pc:docChgLst>
  <pc:docChgLst>
    <pc:chgData name="LUÍS HENRIQUE DE SOUZA CÔRTES MOREIRA" userId="S::luis.cortes@ges.inatel.br::8bddb780-33ba-4805-a0cf-d9b2f33f4dfe" providerId="AD" clId="Web-{6F9FC474-89BD-EC13-548C-2F9A0B372A3B}"/>
    <pc:docChg chg="modSld">
      <pc:chgData name="LUÍS HENRIQUE DE SOUZA CÔRTES MOREIRA" userId="S::luis.cortes@ges.inatel.br::8bddb780-33ba-4805-a0cf-d9b2f33f4dfe" providerId="AD" clId="Web-{6F9FC474-89BD-EC13-548C-2F9A0B372A3B}" dt="2025-09-19T00:54:02.654" v="3" actId="20577"/>
      <pc:docMkLst>
        <pc:docMk/>
      </pc:docMkLst>
      <pc:sldChg chg="modSp">
        <pc:chgData name="LUÍS HENRIQUE DE SOUZA CÔRTES MOREIRA" userId="S::luis.cortes@ges.inatel.br::8bddb780-33ba-4805-a0cf-d9b2f33f4dfe" providerId="AD" clId="Web-{6F9FC474-89BD-EC13-548C-2F9A0B372A3B}" dt="2025-09-19T00:54:02.654" v="3" actId="20577"/>
        <pc:sldMkLst>
          <pc:docMk/>
          <pc:sldMk cId="0" sldId="256"/>
        </pc:sldMkLst>
        <pc:spChg chg="mod">
          <ac:chgData name="LUÍS HENRIQUE DE SOUZA CÔRTES MOREIRA" userId="S::luis.cortes@ges.inatel.br::8bddb780-33ba-4805-a0cf-d9b2f33f4dfe" providerId="AD" clId="Web-{6F9FC474-89BD-EC13-548C-2F9A0B372A3B}" dt="2025-09-19T00:54:02.654" v="3" actId="20577"/>
          <ac:spMkLst>
            <pc:docMk/>
            <pc:sldMk cId="0" sldId="256"/>
            <ac:spMk id="12" creationId="{00000000-0000-0000-0000-000000000000}"/>
          </ac:spMkLst>
        </pc:spChg>
        <pc:grpChg chg="mod">
          <ac:chgData name="LUÍS HENRIQUE DE SOUZA CÔRTES MOREIRA" userId="S::luis.cortes@ges.inatel.br::8bddb780-33ba-4805-a0cf-d9b2f33f4dfe" providerId="AD" clId="Web-{6F9FC474-89BD-EC13-548C-2F9A0B372A3B}" dt="2025-09-19T00:53:55.216" v="0" actId="1076"/>
          <ac:grpSpMkLst>
            <pc:docMk/>
            <pc:sldMk cId="0" sldId="256"/>
            <ac:grpSpMk id="8" creationId="{00000000-0000-0000-0000-000000000000}"/>
          </ac:grpSpMkLst>
        </pc:grpChg>
      </pc:sldChg>
    </pc:docChg>
  </pc:docChgLst>
  <pc:docChgLst>
    <pc:chgData name="PABLO TEIXEIRA VILLELA DOS SANTOS" userId="S::pablo.santos@ges.inatel.br::2dc8d43f-d330-4bb7-a5a7-eb2844ba1d34" providerId="AD" clId="Web-{BB5EF774-F868-D478-7C73-AC80E5BF095A}"/>
    <pc:docChg chg="modSld">
      <pc:chgData name="PABLO TEIXEIRA VILLELA DOS SANTOS" userId="S::pablo.santos@ges.inatel.br::2dc8d43f-d330-4bb7-a5a7-eb2844ba1d34" providerId="AD" clId="Web-{BB5EF774-F868-D478-7C73-AC80E5BF095A}" dt="2025-09-18T18:54:45.149" v="2" actId="20577"/>
      <pc:docMkLst>
        <pc:docMk/>
      </pc:docMkLst>
      <pc:sldChg chg="modSp">
        <pc:chgData name="PABLO TEIXEIRA VILLELA DOS SANTOS" userId="S::pablo.santos@ges.inatel.br::2dc8d43f-d330-4bb7-a5a7-eb2844ba1d34" providerId="AD" clId="Web-{BB5EF774-F868-D478-7C73-AC80E5BF095A}" dt="2025-09-18T18:54:45.149" v="2" actId="20577"/>
        <pc:sldMkLst>
          <pc:docMk/>
          <pc:sldMk cId="0" sldId="261"/>
        </pc:sldMkLst>
        <pc:spChg chg="mod">
          <ac:chgData name="PABLO TEIXEIRA VILLELA DOS SANTOS" userId="S::pablo.santos@ges.inatel.br::2dc8d43f-d330-4bb7-a5a7-eb2844ba1d34" providerId="AD" clId="Web-{BB5EF774-F868-D478-7C73-AC80E5BF095A}" dt="2025-09-18T18:54:45.149" v="2" actId="20577"/>
          <ac:spMkLst>
            <pc:docMk/>
            <pc:sldMk cId="0" sldId="261"/>
            <ac:spMk id="9" creationId="{00000000-0000-0000-0000-000000000000}"/>
          </ac:spMkLst>
        </pc:spChg>
      </pc:sldChg>
    </pc:docChg>
  </pc:docChgLst>
  <pc:docChgLst>
    <pc:chgData name="VINÍCIUS DA SILVA PEREIRA FAGUNDES" userId="S::vinicius.fagundes@ges.inatel.br::0517f781-a084-4250-a828-084e193fb4bf" providerId="AD" clId="Web-{D4F78549-617E-EE57-14DC-F81766E2296F}"/>
    <pc:docChg chg="modSld">
      <pc:chgData name="VINÍCIUS DA SILVA PEREIRA FAGUNDES" userId="S::vinicius.fagundes@ges.inatel.br::0517f781-a084-4250-a828-084e193fb4bf" providerId="AD" clId="Web-{D4F78549-617E-EE57-14DC-F81766E2296F}" dt="2025-09-17T14:02:48.181" v="15" actId="1076"/>
      <pc:docMkLst>
        <pc:docMk/>
      </pc:docMkLst>
      <pc:sldChg chg="modSp">
        <pc:chgData name="VINÍCIUS DA SILVA PEREIRA FAGUNDES" userId="S::vinicius.fagundes@ges.inatel.br::0517f781-a084-4250-a828-084e193fb4bf" providerId="AD" clId="Web-{D4F78549-617E-EE57-14DC-F81766E2296F}" dt="2025-09-17T14:02:48.181" v="15" actId="1076"/>
        <pc:sldMkLst>
          <pc:docMk/>
          <pc:sldMk cId="0" sldId="262"/>
        </pc:sldMkLst>
        <pc:spChg chg="mod">
          <ac:chgData name="VINÍCIUS DA SILVA PEREIRA FAGUNDES" userId="S::vinicius.fagundes@ges.inatel.br::0517f781-a084-4250-a828-084e193fb4bf" providerId="AD" clId="Web-{D4F78549-617E-EE57-14DC-F81766E2296F}" dt="2025-09-17T14:02:48.181" v="15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VINÍCIUS DA SILVA PEREIRA FAGUNDES" userId="S::vinicius.fagundes@ges.inatel.br::0517f781-a084-4250-a828-084e193fb4bf" providerId="AD" clId="Web-{D4F78549-617E-EE57-14DC-F81766E2296F}" dt="2025-09-17T14:02:25.853" v="7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VINÍCIUS DA SILVA PEREIRA FAGUNDES" userId="S::vinicius.fagundes@ges.inatel.br::0517f781-a084-4250-a828-084e193fb4bf" providerId="AD" clId="Web-{D4F78549-617E-EE57-14DC-F81766E2296F}" dt="2025-09-17T14:02:18.181" v="5" actId="1076"/>
          <ac:spMkLst>
            <pc:docMk/>
            <pc:sldMk cId="0" sldId="262"/>
            <ac:spMk id="9" creationId="{00000000-0000-0000-0000-000000000000}"/>
          </ac:spMkLst>
        </pc:spChg>
      </pc:sldChg>
      <pc:sldChg chg="modSp">
        <pc:chgData name="VINÍCIUS DA SILVA PEREIRA FAGUNDES" userId="S::vinicius.fagundes@ges.inatel.br::0517f781-a084-4250-a828-084e193fb4bf" providerId="AD" clId="Web-{D4F78549-617E-EE57-14DC-F81766E2296F}" dt="2025-09-17T13:51:03.522" v="4" actId="1076"/>
        <pc:sldMkLst>
          <pc:docMk/>
          <pc:sldMk cId="0" sldId="263"/>
        </pc:sldMkLst>
        <pc:spChg chg="mod">
          <ac:chgData name="VINÍCIUS DA SILVA PEREIRA FAGUNDES" userId="S::vinicius.fagundes@ges.inatel.br::0517f781-a084-4250-a828-084e193fb4bf" providerId="AD" clId="Web-{D4F78549-617E-EE57-14DC-F81766E2296F}" dt="2025-09-17T13:50:56.897" v="3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VINÍCIUS DA SILVA PEREIRA FAGUNDES" userId="S::vinicius.fagundes@ges.inatel.br::0517f781-a084-4250-a828-084e193fb4bf" providerId="AD" clId="Web-{D4F78549-617E-EE57-14DC-F81766E2296F}" dt="2025-09-17T13:51:03.522" v="4" actId="1076"/>
          <ac:spMkLst>
            <pc:docMk/>
            <pc:sldMk cId="0" sldId="263"/>
            <ac:spMk id="7" creationId="{00000000-0000-0000-0000-000000000000}"/>
          </ac:spMkLst>
        </pc:spChg>
      </pc:sldChg>
    </pc:docChg>
  </pc:docChgLst>
  <pc:docChgLst>
    <pc:chgData name="RHUAN PETERSON SOUZA DA SILVA" userId="S::rhuan.silva@ges.inatel.br::93e862a7-8992-4a37-8a5b-7742b4703d3c" providerId="AD" clId="Web-{8F14455D-3F5A-739F-6338-985E1782A56F}"/>
    <pc:docChg chg="modSld">
      <pc:chgData name="RHUAN PETERSON SOUZA DA SILVA" userId="S::rhuan.silva@ges.inatel.br::93e862a7-8992-4a37-8a5b-7742b4703d3c" providerId="AD" clId="Web-{8F14455D-3F5A-739F-6338-985E1782A56F}" dt="2025-09-17T20:00:37.177" v="9" actId="20577"/>
      <pc:docMkLst>
        <pc:docMk/>
      </pc:docMkLst>
      <pc:sldChg chg="modSp">
        <pc:chgData name="RHUAN PETERSON SOUZA DA SILVA" userId="S::rhuan.silva@ges.inatel.br::93e862a7-8992-4a37-8a5b-7742b4703d3c" providerId="AD" clId="Web-{8F14455D-3F5A-739F-6338-985E1782A56F}" dt="2025-09-17T20:00:37.177" v="9" actId="20577"/>
        <pc:sldMkLst>
          <pc:docMk/>
          <pc:sldMk cId="0" sldId="264"/>
        </pc:sldMkLst>
        <pc:spChg chg="mod">
          <ac:chgData name="RHUAN PETERSON SOUZA DA SILVA" userId="S::rhuan.silva@ges.inatel.br::93e862a7-8992-4a37-8a5b-7742b4703d3c" providerId="AD" clId="Web-{8F14455D-3F5A-739F-6338-985E1782A56F}" dt="2025-09-17T20:00:37.177" v="9" actId="20577"/>
          <ac:spMkLst>
            <pc:docMk/>
            <pc:sldMk cId="0" sldId="264"/>
            <ac:spMk id="8" creationId="{00000000-0000-0000-0000-000000000000}"/>
          </ac:spMkLst>
        </pc:spChg>
      </pc:sldChg>
    </pc:docChg>
  </pc:docChgLst>
  <pc:docChgLst>
    <pc:chgData name="MARIA EDUARDA CONSTÂNCIA ROCHA MOREIRA" userId="S::maria.moreira@ges.inatel.br::1f27e01a-b8be-4d3b-a50f-db9512559c8a" providerId="AD" clId="Web-{4C590CE9-34E5-78DD-96E1-AFAC4B25A2B3}"/>
    <pc:docChg chg="sldOrd">
      <pc:chgData name="MARIA EDUARDA CONSTÂNCIA ROCHA MOREIRA" userId="S::maria.moreira@ges.inatel.br::1f27e01a-b8be-4d3b-a50f-db9512559c8a" providerId="AD" clId="Web-{4C590CE9-34E5-78DD-96E1-AFAC4B25A2B3}" dt="2025-09-23T21:26:26.862" v="0"/>
      <pc:docMkLst>
        <pc:docMk/>
      </pc:docMkLst>
      <pc:sldChg chg="ord">
        <pc:chgData name="MARIA EDUARDA CONSTÂNCIA ROCHA MOREIRA" userId="S::maria.moreira@ges.inatel.br::1f27e01a-b8be-4d3b-a50f-db9512559c8a" providerId="AD" clId="Web-{4C590CE9-34E5-78DD-96E1-AFAC4B25A2B3}" dt="2025-09-23T21:26:26.862" v="0"/>
        <pc:sldMkLst>
          <pc:docMk/>
          <pc:sldMk cId="3058552041" sldId="266"/>
        </pc:sldMkLst>
      </pc:sldChg>
    </pc:docChg>
  </pc:docChgLst>
  <pc:docChgLst>
    <pc:chgData name="JÚLIA RIBEIRO GARCIA" userId="S::julia.garcia@ges.inatel.br::3c372b15-5f97-4bc0-8f56-fc53efe45260" providerId="AD" clId="Web-{CBB30AE2-3E56-6E7F-E26A-019D6439ABE3}"/>
    <pc:docChg chg="modSld">
      <pc:chgData name="JÚLIA RIBEIRO GARCIA" userId="S::julia.garcia@ges.inatel.br::3c372b15-5f97-4bc0-8f56-fc53efe45260" providerId="AD" clId="Web-{CBB30AE2-3E56-6E7F-E26A-019D6439ABE3}" dt="2025-09-11T22:41:12.414" v="4" actId="14100"/>
      <pc:docMkLst>
        <pc:docMk/>
      </pc:docMkLst>
      <pc:sldChg chg="modSp">
        <pc:chgData name="JÚLIA RIBEIRO GARCIA" userId="S::julia.garcia@ges.inatel.br::3c372b15-5f97-4bc0-8f56-fc53efe45260" providerId="AD" clId="Web-{CBB30AE2-3E56-6E7F-E26A-019D6439ABE3}" dt="2025-09-11T22:41:12.414" v="4" actId="14100"/>
        <pc:sldMkLst>
          <pc:docMk/>
          <pc:sldMk cId="0" sldId="261"/>
        </pc:sldMkLst>
        <pc:spChg chg="mod">
          <ac:chgData name="JÚLIA RIBEIRO GARCIA" userId="S::julia.garcia@ges.inatel.br::3c372b15-5f97-4bc0-8f56-fc53efe45260" providerId="AD" clId="Web-{CBB30AE2-3E56-6E7F-E26A-019D6439ABE3}" dt="2025-09-11T22:40:20.976" v="0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JÚLIA RIBEIRO GARCIA" userId="S::julia.garcia@ges.inatel.br::3c372b15-5f97-4bc0-8f56-fc53efe45260" providerId="AD" clId="Web-{CBB30AE2-3E56-6E7F-E26A-019D6439ABE3}" dt="2025-09-11T22:40:42.335" v="2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JÚLIA RIBEIRO GARCIA" userId="S::julia.garcia@ges.inatel.br::3c372b15-5f97-4bc0-8f56-fc53efe45260" providerId="AD" clId="Web-{CBB30AE2-3E56-6E7F-E26A-019D6439ABE3}" dt="2025-09-11T22:41:12.414" v="4" actId="14100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4.sv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3" Type="http://schemas.openxmlformats.org/officeDocument/2006/relationships/image" Target="../media/image2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48884">
            <a:off x="10313228" y="2443138"/>
            <a:ext cx="12989404" cy="6397281"/>
          </a:xfrm>
          <a:custGeom>
            <a:avLst/>
            <a:gdLst/>
            <a:ahLst/>
            <a:cxnLst/>
            <a:rect l="l" t="t" r="r" b="b"/>
            <a:pathLst>
              <a:path w="12989404" h="6397281">
                <a:moveTo>
                  <a:pt x="0" y="0"/>
                </a:moveTo>
                <a:lnTo>
                  <a:pt x="12989404" y="0"/>
                </a:lnTo>
                <a:lnTo>
                  <a:pt x="12989404" y="6397282"/>
                </a:lnTo>
                <a:lnTo>
                  <a:pt x="0" y="6397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553944">
            <a:off x="-5438566" y="135224"/>
            <a:ext cx="11430346" cy="9758658"/>
          </a:xfrm>
          <a:custGeom>
            <a:avLst/>
            <a:gdLst/>
            <a:ahLst/>
            <a:cxnLst/>
            <a:rect l="l" t="t" r="r" b="b"/>
            <a:pathLst>
              <a:path w="11430346" h="9758658">
                <a:moveTo>
                  <a:pt x="0" y="0"/>
                </a:moveTo>
                <a:lnTo>
                  <a:pt x="11430346" y="0"/>
                </a:lnTo>
                <a:lnTo>
                  <a:pt x="11430346" y="9758658"/>
                </a:lnTo>
                <a:lnTo>
                  <a:pt x="0" y="9758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93548" y="7980396"/>
            <a:ext cx="6924139" cy="4613207"/>
          </a:xfrm>
          <a:custGeom>
            <a:avLst/>
            <a:gdLst/>
            <a:ahLst/>
            <a:cxnLst/>
            <a:rect l="l" t="t" r="r" b="b"/>
            <a:pathLst>
              <a:path w="6924139" h="4613207">
                <a:moveTo>
                  <a:pt x="0" y="0"/>
                </a:moveTo>
                <a:lnTo>
                  <a:pt x="6924139" y="0"/>
                </a:lnTo>
                <a:lnTo>
                  <a:pt x="6924139" y="4613208"/>
                </a:lnTo>
                <a:lnTo>
                  <a:pt x="0" y="4613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7767667">
            <a:off x="7598232" y="-3427381"/>
            <a:ext cx="4388786" cy="5881121"/>
          </a:xfrm>
          <a:custGeom>
            <a:avLst/>
            <a:gdLst/>
            <a:ahLst/>
            <a:cxnLst/>
            <a:rect l="l" t="t" r="r" b="b"/>
            <a:pathLst>
              <a:path w="4388786" h="5881121">
                <a:moveTo>
                  <a:pt x="0" y="0"/>
                </a:moveTo>
                <a:lnTo>
                  <a:pt x="4388787" y="0"/>
                </a:lnTo>
                <a:lnTo>
                  <a:pt x="4388787" y="5881121"/>
                </a:lnTo>
                <a:lnTo>
                  <a:pt x="0" y="58811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 rot="-170876">
            <a:off x="5359189" y="2592138"/>
            <a:ext cx="886082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6B1FF"/>
                </a:solidFill>
                <a:latin typeface="DM Sans Bold"/>
                <a:ea typeface="DM Sans Bold"/>
                <a:cs typeface="DM Sans Bold"/>
                <a:sym typeface="DM Sans Bold"/>
              </a:rPr>
              <a:t>Paradigmas da Programação</a:t>
            </a:r>
          </a:p>
        </p:txBody>
      </p:sp>
      <p:sp>
        <p:nvSpPr>
          <p:cNvPr id="7" name="TextBox 7"/>
          <p:cNvSpPr txBox="1"/>
          <p:nvPr/>
        </p:nvSpPr>
        <p:spPr>
          <a:xfrm rot="-170876">
            <a:off x="8164450" y="6282193"/>
            <a:ext cx="500905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FFC927"/>
                </a:solidFill>
                <a:latin typeface="DM Sans Bold"/>
                <a:ea typeface="DM Sans Bold"/>
                <a:cs typeface="DM Sans Bold"/>
                <a:sym typeface="DM Sans Bold"/>
              </a:rPr>
              <a:t>Relatório 05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955253" y="3567793"/>
            <a:ext cx="12377495" cy="2727344"/>
            <a:chOff x="77401" y="391903"/>
            <a:chExt cx="16503327" cy="3636459"/>
          </a:xfrm>
        </p:grpSpPr>
        <p:grpSp>
          <p:nvGrpSpPr>
            <p:cNvPr id="9" name="Group 9"/>
            <p:cNvGrpSpPr/>
            <p:nvPr/>
          </p:nvGrpSpPr>
          <p:grpSpPr>
            <a:xfrm rot="-164197">
              <a:off x="77401" y="391903"/>
              <a:ext cx="16503327" cy="3636459"/>
              <a:chOff x="0" y="0"/>
              <a:chExt cx="2483260" cy="54717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83260" cy="547179"/>
              </a:xfrm>
              <a:custGeom>
                <a:avLst/>
                <a:gdLst/>
                <a:ahLst/>
                <a:cxnLst/>
                <a:rect l="l" t="t" r="r" b="b"/>
                <a:pathLst>
                  <a:path w="2483260" h="547179">
                    <a:moveTo>
                      <a:pt x="0" y="0"/>
                    </a:moveTo>
                    <a:lnTo>
                      <a:pt x="2483260" y="0"/>
                    </a:lnTo>
                    <a:lnTo>
                      <a:pt x="2483260" y="547179"/>
                    </a:lnTo>
                    <a:lnTo>
                      <a:pt x="0" y="547179"/>
                    </a:lnTo>
                    <a:close/>
                  </a:path>
                </a:pathLst>
              </a:custGeom>
              <a:solidFill>
                <a:srgbClr val="A1C3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483260" cy="5852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11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31988" y="791711"/>
              <a:ext cx="15594154" cy="2428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193"/>
                </a:lnSpc>
              </a:pPr>
              <a:r>
                <a:rPr lang="en-US" sz="15400" b="1" spc="-894">
                  <a:solidFill>
                    <a:srgbClr val="FF7032"/>
                  </a:solidFill>
                  <a:latin typeface="Lazord Sans Serif Expanded Bold"/>
                  <a:ea typeface="Lazord Sans Serif Expanded Bold"/>
                  <a:cs typeface="Lazord Sans Serif Expanded Bold"/>
                  <a:sym typeface="Lazord Sans Serif Expanded Bold"/>
                </a:rPr>
                <a:t>C++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B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992" y="644172"/>
            <a:ext cx="8192637" cy="1946518"/>
            <a:chOff x="0" y="0"/>
            <a:chExt cx="10923516" cy="2595357"/>
          </a:xfrm>
        </p:grpSpPr>
        <p:grpSp>
          <p:nvGrpSpPr>
            <p:cNvPr id="3" name="Group 3"/>
            <p:cNvGrpSpPr/>
            <p:nvPr/>
          </p:nvGrpSpPr>
          <p:grpSpPr>
            <a:xfrm rot="-69087">
              <a:off x="22787" y="109057"/>
              <a:ext cx="10877942" cy="2377242"/>
              <a:chOff x="0" y="0"/>
              <a:chExt cx="1636807" cy="35770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36807" cy="357704"/>
              </a:xfrm>
              <a:custGeom>
                <a:avLst/>
                <a:gdLst/>
                <a:ahLst/>
                <a:cxnLst/>
                <a:rect l="l" t="t" r="r" b="b"/>
                <a:pathLst>
                  <a:path w="1636807" h="357704">
                    <a:moveTo>
                      <a:pt x="0" y="0"/>
                    </a:moveTo>
                    <a:lnTo>
                      <a:pt x="1636807" y="0"/>
                    </a:lnTo>
                    <a:lnTo>
                      <a:pt x="1636807" y="357704"/>
                    </a:lnTo>
                    <a:lnTo>
                      <a:pt x="0" y="357704"/>
                    </a:lnTo>
                    <a:close/>
                  </a:path>
                </a:pathLst>
              </a:custGeom>
              <a:solidFill>
                <a:srgbClr val="FA643F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636807" cy="3958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11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178613" y="335973"/>
              <a:ext cx="10566291" cy="1778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>
                  <a:solidFill>
                    <a:srgbClr val="A1C3FF"/>
                  </a:solidFill>
                  <a:latin typeface="Lazord Sans Serif Expanded Bold"/>
                  <a:ea typeface="Lazord Sans Serif Expanded Bold"/>
                  <a:cs typeface="Lazord Sans Serif Expanded Bold"/>
                  <a:sym typeface="Lazord Sans Serif Expanded Bold"/>
                </a:rPr>
                <a:t>História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814714">
            <a:off x="-911537" y="7044405"/>
            <a:ext cx="10220739" cy="5033714"/>
          </a:xfrm>
          <a:custGeom>
            <a:avLst/>
            <a:gdLst/>
            <a:ahLst/>
            <a:cxnLst/>
            <a:rect l="l" t="t" r="r" b="b"/>
            <a:pathLst>
              <a:path w="10220739" h="5033714">
                <a:moveTo>
                  <a:pt x="0" y="0"/>
                </a:moveTo>
                <a:lnTo>
                  <a:pt x="10220739" y="0"/>
                </a:lnTo>
                <a:lnTo>
                  <a:pt x="10220739" y="5033714"/>
                </a:lnTo>
                <a:lnTo>
                  <a:pt x="0" y="5033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604265" y="7680751"/>
            <a:ext cx="8966743" cy="1962077"/>
            <a:chOff x="0" y="0"/>
            <a:chExt cx="11955657" cy="2616102"/>
          </a:xfrm>
        </p:grpSpPr>
        <p:grpSp>
          <p:nvGrpSpPr>
            <p:cNvPr id="9" name="Group 9"/>
            <p:cNvGrpSpPr/>
            <p:nvPr/>
          </p:nvGrpSpPr>
          <p:grpSpPr>
            <a:xfrm rot="-69087">
              <a:off x="22683" y="119430"/>
              <a:ext cx="11910291" cy="2377242"/>
              <a:chOff x="0" y="0"/>
              <a:chExt cx="1792145" cy="35770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792145" cy="357704"/>
              </a:xfrm>
              <a:custGeom>
                <a:avLst/>
                <a:gdLst/>
                <a:ahLst/>
                <a:cxnLst/>
                <a:rect l="l" t="t" r="r" b="b"/>
                <a:pathLst>
                  <a:path w="1792145" h="357704">
                    <a:moveTo>
                      <a:pt x="0" y="0"/>
                    </a:moveTo>
                    <a:lnTo>
                      <a:pt x="1792145" y="0"/>
                    </a:lnTo>
                    <a:lnTo>
                      <a:pt x="1792145" y="357704"/>
                    </a:lnTo>
                    <a:lnTo>
                      <a:pt x="0" y="357704"/>
                    </a:lnTo>
                    <a:close/>
                  </a:path>
                </a:pathLst>
              </a:custGeom>
              <a:solidFill>
                <a:srgbClr val="FA643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792145" cy="3958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11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346346"/>
              <a:ext cx="11955657" cy="1778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>
                  <a:solidFill>
                    <a:srgbClr val="A1C3FF"/>
                  </a:solidFill>
                  <a:latin typeface="Lazord Sans Serif Expanded Bold"/>
                  <a:ea typeface="Lazord Sans Serif Expanded Bold"/>
                  <a:cs typeface="Lazord Sans Serif Expanded Bold"/>
                  <a:sym typeface="Lazord Sans Serif Expanded Bold"/>
                </a:rPr>
                <a:t>e Inspirações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118578" y="3642228"/>
            <a:ext cx="4971375" cy="2272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0"/>
              </a:lnSpc>
            </a:pPr>
            <a:r>
              <a:rPr lang="en-US" sz="13285" b="1">
                <a:solidFill>
                  <a:srgbClr val="FA643F"/>
                </a:solidFill>
                <a:latin typeface="DM Sans Bold"/>
                <a:ea typeface="DM Sans Bold"/>
                <a:cs typeface="DM Sans Bold"/>
                <a:sym typeface="DM Sans Bold"/>
              </a:rPr>
              <a:t>C++</a:t>
            </a:r>
          </a:p>
        </p:txBody>
      </p:sp>
      <p:sp>
        <p:nvSpPr>
          <p:cNvPr id="14" name="Freeform 14"/>
          <p:cNvSpPr/>
          <p:nvPr/>
        </p:nvSpPr>
        <p:spPr>
          <a:xfrm rot="-6691752">
            <a:off x="13172418" y="-2742993"/>
            <a:ext cx="6222857" cy="5312764"/>
          </a:xfrm>
          <a:custGeom>
            <a:avLst/>
            <a:gdLst/>
            <a:ahLst/>
            <a:cxnLst/>
            <a:rect l="l" t="t" r="r" b="b"/>
            <a:pathLst>
              <a:path w="6222857" h="5312764">
                <a:moveTo>
                  <a:pt x="0" y="0"/>
                </a:moveTo>
                <a:lnTo>
                  <a:pt x="6222857" y="0"/>
                </a:lnTo>
                <a:lnTo>
                  <a:pt x="6222857" y="5312764"/>
                </a:lnTo>
                <a:lnTo>
                  <a:pt x="0" y="5312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35806" y="5290764"/>
            <a:ext cx="3171676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A643F"/>
                </a:solidFill>
                <a:latin typeface="DM Sans"/>
                <a:ea typeface="DM Sans"/>
                <a:cs typeface="DM Sans"/>
                <a:sym typeface="DM Sans"/>
              </a:rPr>
              <a:t>Performance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A643F"/>
                </a:solidFill>
                <a:latin typeface="DM Sans"/>
                <a:ea typeface="DM Sans"/>
                <a:cs typeface="DM Sans"/>
                <a:sym typeface="DM Sans"/>
              </a:rPr>
              <a:t>Extrema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72437" y="5237375"/>
            <a:ext cx="2732187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A643F"/>
                </a:solidFill>
                <a:latin typeface="DM Sans"/>
                <a:ea typeface="DM Sans"/>
                <a:cs typeface="DM Sans"/>
                <a:sym typeface="DM Sans"/>
              </a:rPr>
              <a:t>Acesso de 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A643F"/>
                </a:solidFill>
                <a:latin typeface="DM Sans"/>
                <a:ea typeface="DM Sans"/>
                <a:cs typeface="DM Sans"/>
                <a:sym typeface="DM Sans"/>
              </a:rPr>
              <a:t>Baixo Nível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45747" y="5290764"/>
            <a:ext cx="3124200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A643F"/>
                </a:solidFill>
                <a:latin typeface="DM Sans"/>
                <a:ea typeface="DM Sans"/>
                <a:cs typeface="DM Sans"/>
                <a:sym typeface="DM Sans"/>
              </a:rPr>
              <a:t>Ecossistema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A643F"/>
                </a:solidFill>
                <a:latin typeface="DM Sans"/>
                <a:ea typeface="DM Sans"/>
                <a:cs typeface="DM Sans"/>
                <a:sym typeface="DM Sans"/>
              </a:rPr>
              <a:t>e Padrão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08122" y="5290764"/>
            <a:ext cx="411152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A643F"/>
                </a:solidFill>
                <a:latin typeface="DM Sans"/>
                <a:ea typeface="DM Sans"/>
                <a:cs typeface="DM Sans"/>
                <a:sym typeface="DM Sans"/>
              </a:rPr>
              <a:t>Multi-paradigma</a:t>
            </a:r>
          </a:p>
        </p:txBody>
      </p:sp>
      <p:sp>
        <p:nvSpPr>
          <p:cNvPr id="6" name="Freeform 6"/>
          <p:cNvSpPr/>
          <p:nvPr/>
        </p:nvSpPr>
        <p:spPr>
          <a:xfrm rot="-1646292">
            <a:off x="-3541531" y="-372901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2" y="0"/>
                </a:lnTo>
                <a:lnTo>
                  <a:pt x="8529612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646292">
            <a:off x="13367880" y="7520108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3" y="0"/>
                </a:lnTo>
                <a:lnTo>
                  <a:pt x="8529613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957193">
            <a:off x="-3586715" y="7645462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186826">
            <a:off x="15531966" y="-2346467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891577" y="2957288"/>
            <a:ext cx="1647868" cy="1976453"/>
          </a:xfrm>
          <a:custGeom>
            <a:avLst/>
            <a:gdLst/>
            <a:ahLst/>
            <a:cxnLst/>
            <a:rect l="l" t="t" r="r" b="b"/>
            <a:pathLst>
              <a:path w="1647868" h="1976453">
                <a:moveTo>
                  <a:pt x="0" y="0"/>
                </a:moveTo>
                <a:lnTo>
                  <a:pt x="1647868" y="0"/>
                </a:lnTo>
                <a:lnTo>
                  <a:pt x="1647868" y="1976453"/>
                </a:lnTo>
                <a:lnTo>
                  <a:pt x="0" y="1976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243729" y="2957288"/>
            <a:ext cx="1976453" cy="1976453"/>
          </a:xfrm>
          <a:custGeom>
            <a:avLst/>
            <a:gdLst/>
            <a:ahLst/>
            <a:cxnLst/>
            <a:rect l="l" t="t" r="r" b="b"/>
            <a:pathLst>
              <a:path w="1976453" h="1976453">
                <a:moveTo>
                  <a:pt x="0" y="0"/>
                </a:moveTo>
                <a:lnTo>
                  <a:pt x="1976453" y="0"/>
                </a:lnTo>
                <a:lnTo>
                  <a:pt x="1976453" y="1976453"/>
                </a:lnTo>
                <a:lnTo>
                  <a:pt x="0" y="19764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627727" y="2834629"/>
            <a:ext cx="2347974" cy="2221771"/>
          </a:xfrm>
          <a:custGeom>
            <a:avLst/>
            <a:gdLst/>
            <a:ahLst/>
            <a:cxnLst/>
            <a:rect l="l" t="t" r="r" b="b"/>
            <a:pathLst>
              <a:path w="2347974" h="2221771">
                <a:moveTo>
                  <a:pt x="0" y="0"/>
                </a:moveTo>
                <a:lnTo>
                  <a:pt x="2347974" y="0"/>
                </a:lnTo>
                <a:lnTo>
                  <a:pt x="2347974" y="2221771"/>
                </a:lnTo>
                <a:lnTo>
                  <a:pt x="0" y="22217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743031" y="2834629"/>
            <a:ext cx="2021811" cy="2221771"/>
          </a:xfrm>
          <a:custGeom>
            <a:avLst/>
            <a:gdLst/>
            <a:ahLst/>
            <a:cxnLst/>
            <a:rect l="l" t="t" r="r" b="b"/>
            <a:pathLst>
              <a:path w="2021811" h="2221771">
                <a:moveTo>
                  <a:pt x="0" y="0"/>
                </a:moveTo>
                <a:lnTo>
                  <a:pt x="2021811" y="0"/>
                </a:lnTo>
                <a:lnTo>
                  <a:pt x="2021811" y="2221771"/>
                </a:lnTo>
                <a:lnTo>
                  <a:pt x="0" y="2221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379862" y="754257"/>
            <a:ext cx="8192637" cy="1946518"/>
            <a:chOff x="0" y="0"/>
            <a:chExt cx="10923516" cy="2595357"/>
          </a:xfrm>
        </p:grpSpPr>
        <p:grpSp>
          <p:nvGrpSpPr>
            <p:cNvPr id="15" name="Group 15"/>
            <p:cNvGrpSpPr/>
            <p:nvPr/>
          </p:nvGrpSpPr>
          <p:grpSpPr>
            <a:xfrm rot="-69087">
              <a:off x="22787" y="109057"/>
              <a:ext cx="10877942" cy="2377242"/>
              <a:chOff x="0" y="0"/>
              <a:chExt cx="1636807" cy="35770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636807" cy="357704"/>
              </a:xfrm>
              <a:custGeom>
                <a:avLst/>
                <a:gdLst/>
                <a:ahLst/>
                <a:cxnLst/>
                <a:rect l="l" t="t" r="r" b="b"/>
                <a:pathLst>
                  <a:path w="1636807" h="357704">
                    <a:moveTo>
                      <a:pt x="0" y="0"/>
                    </a:moveTo>
                    <a:lnTo>
                      <a:pt x="1636807" y="0"/>
                    </a:lnTo>
                    <a:lnTo>
                      <a:pt x="1636807" y="357704"/>
                    </a:lnTo>
                    <a:lnTo>
                      <a:pt x="0" y="357704"/>
                    </a:lnTo>
                    <a:close/>
                  </a:path>
                </a:pathLst>
              </a:custGeom>
              <a:solidFill>
                <a:srgbClr val="FA643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636807" cy="3958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11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78613" y="335973"/>
              <a:ext cx="10566291" cy="1778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>
                  <a:solidFill>
                    <a:srgbClr val="A1C3FF"/>
                  </a:solidFill>
                  <a:latin typeface="Lazord Sans Serif Expanded Bold"/>
                  <a:ea typeface="Lazord Sans Serif Expanded Bold"/>
                  <a:cs typeface="Lazord Sans Serif Expanded Bold"/>
                  <a:sym typeface="Lazord Sans Serif Expanded Bold"/>
                </a:rPr>
                <a:t>Principais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08664" y="7851625"/>
            <a:ext cx="10167436" cy="1986210"/>
            <a:chOff x="0" y="0"/>
            <a:chExt cx="13556581" cy="2648280"/>
          </a:xfrm>
        </p:grpSpPr>
        <p:grpSp>
          <p:nvGrpSpPr>
            <p:cNvPr id="20" name="Group 20"/>
            <p:cNvGrpSpPr/>
            <p:nvPr/>
          </p:nvGrpSpPr>
          <p:grpSpPr>
            <a:xfrm rot="-69087">
              <a:off x="22521" y="135519"/>
              <a:ext cx="13511538" cy="2377242"/>
              <a:chOff x="0" y="0"/>
              <a:chExt cx="2033085" cy="35770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033085" cy="357704"/>
              </a:xfrm>
              <a:custGeom>
                <a:avLst/>
                <a:gdLst/>
                <a:ahLst/>
                <a:cxnLst/>
                <a:rect l="l" t="t" r="r" b="b"/>
                <a:pathLst>
                  <a:path w="2033085" h="357704">
                    <a:moveTo>
                      <a:pt x="0" y="0"/>
                    </a:moveTo>
                    <a:lnTo>
                      <a:pt x="2033085" y="0"/>
                    </a:lnTo>
                    <a:lnTo>
                      <a:pt x="2033085" y="357704"/>
                    </a:lnTo>
                    <a:lnTo>
                      <a:pt x="0" y="357704"/>
                    </a:lnTo>
                    <a:close/>
                  </a:path>
                </a:pathLst>
              </a:custGeom>
              <a:solidFill>
                <a:srgbClr val="FA643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033085" cy="3958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11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21667" y="362435"/>
              <a:ext cx="13113248" cy="1778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>
                  <a:solidFill>
                    <a:srgbClr val="A1C3FF"/>
                  </a:solidFill>
                  <a:latin typeface="Lazord Sans Serif Expanded Bold"/>
                  <a:ea typeface="Lazord Sans Serif Expanded Bold"/>
                  <a:cs typeface="Lazord Sans Serif Expanded Bold"/>
                  <a:sym typeface="Lazord Sans Serif Expanded Bold"/>
                </a:rPr>
                <a:t>Características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46292">
            <a:off x="-3541531" y="-372901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2" y="0"/>
                </a:lnTo>
                <a:lnTo>
                  <a:pt x="8529612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46292">
            <a:off x="13367880" y="7520108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3" y="0"/>
                </a:lnTo>
                <a:lnTo>
                  <a:pt x="8529613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957193">
            <a:off x="-3586715" y="7645462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186826">
            <a:off x="15531966" y="-2346467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343219" y="3252880"/>
            <a:ext cx="2641035" cy="3576654"/>
            <a:chOff x="0" y="0"/>
            <a:chExt cx="3521380" cy="47688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21380" cy="2962361"/>
            </a:xfrm>
            <a:custGeom>
              <a:avLst/>
              <a:gdLst/>
              <a:ahLst/>
              <a:cxnLst/>
              <a:rect l="l" t="t" r="r" b="b"/>
              <a:pathLst>
                <a:path w="3521380" h="2962361">
                  <a:moveTo>
                    <a:pt x="0" y="0"/>
                  </a:moveTo>
                  <a:lnTo>
                    <a:pt x="3521380" y="0"/>
                  </a:lnTo>
                  <a:lnTo>
                    <a:pt x="3521380" y="2962361"/>
                  </a:lnTo>
                  <a:lnTo>
                    <a:pt x="0" y="2962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1027481" y="3844312"/>
              <a:ext cx="984448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A643F"/>
                  </a:solidFill>
                  <a:latin typeface="DM Sans"/>
                  <a:ea typeface="DM Sans"/>
                  <a:cs typeface="DM Sans"/>
                  <a:sym typeface="DM Sans"/>
                </a:rPr>
                <a:t>IoT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11047" y="3654460"/>
            <a:ext cx="2822228" cy="3699852"/>
            <a:chOff x="0" y="0"/>
            <a:chExt cx="3762970" cy="4933136"/>
          </a:xfrm>
        </p:grpSpPr>
        <p:sp>
          <p:nvSpPr>
            <p:cNvPr id="10" name="Freeform 10"/>
            <p:cNvSpPr/>
            <p:nvPr/>
          </p:nvSpPr>
          <p:spPr>
            <a:xfrm>
              <a:off x="222292" y="0"/>
              <a:ext cx="3318387" cy="1891481"/>
            </a:xfrm>
            <a:custGeom>
              <a:avLst/>
              <a:gdLst/>
              <a:ahLst/>
              <a:cxnLst/>
              <a:rect l="l" t="t" r="r" b="b"/>
              <a:pathLst>
                <a:path w="3318387" h="1891481">
                  <a:moveTo>
                    <a:pt x="0" y="0"/>
                  </a:moveTo>
                  <a:lnTo>
                    <a:pt x="3318387" y="0"/>
                  </a:lnTo>
                  <a:lnTo>
                    <a:pt x="3318387" y="1891481"/>
                  </a:lnTo>
                  <a:lnTo>
                    <a:pt x="0" y="1891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3017976"/>
              <a:ext cx="3762970" cy="1915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A643F"/>
                  </a:solidFill>
                  <a:latin typeface="DM Sans"/>
                  <a:ea typeface="DM Sans"/>
                  <a:cs typeface="DM Sans"/>
                  <a:sym typeface="DM Sans"/>
                </a:rPr>
                <a:t>Sistemas</a:t>
              </a:r>
            </a:p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A643F"/>
                  </a:solidFill>
                  <a:latin typeface="DM Sans"/>
                  <a:ea typeface="DM Sans"/>
                  <a:cs typeface="DM Sans"/>
                  <a:sym typeface="DM Sans"/>
                </a:rPr>
                <a:t>Financeiros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55119" y="2932688"/>
            <a:ext cx="3235077" cy="3896846"/>
            <a:chOff x="0" y="0"/>
            <a:chExt cx="4313436" cy="5195795"/>
          </a:xfrm>
        </p:grpSpPr>
        <p:sp>
          <p:nvSpPr>
            <p:cNvPr id="13" name="Freeform 13"/>
            <p:cNvSpPr/>
            <p:nvPr/>
          </p:nvSpPr>
          <p:spPr>
            <a:xfrm>
              <a:off x="917075" y="0"/>
              <a:ext cx="2479286" cy="3505418"/>
            </a:xfrm>
            <a:custGeom>
              <a:avLst/>
              <a:gdLst/>
              <a:ahLst/>
              <a:cxnLst/>
              <a:rect l="l" t="t" r="r" b="b"/>
              <a:pathLst>
                <a:path w="2479286" h="3505418">
                  <a:moveTo>
                    <a:pt x="0" y="0"/>
                  </a:moveTo>
                  <a:lnTo>
                    <a:pt x="2479286" y="0"/>
                  </a:lnTo>
                  <a:lnTo>
                    <a:pt x="2479286" y="3505418"/>
                  </a:lnTo>
                  <a:lnTo>
                    <a:pt x="0" y="3505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4271235"/>
              <a:ext cx="4313436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A643F"/>
                  </a:solidFill>
                  <a:latin typeface="DM Sans"/>
                  <a:ea typeface="DM Sans"/>
                  <a:cs typeface="DM Sans"/>
                  <a:sym typeface="DM Sans"/>
                </a:rPr>
                <a:t>Navegadores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68141" y="3654460"/>
            <a:ext cx="2776640" cy="3175074"/>
            <a:chOff x="0" y="0"/>
            <a:chExt cx="3702186" cy="4233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02186" cy="1891481"/>
            </a:xfrm>
            <a:custGeom>
              <a:avLst/>
              <a:gdLst/>
              <a:ahLst/>
              <a:cxnLst/>
              <a:rect l="l" t="t" r="r" b="b"/>
              <a:pathLst>
                <a:path w="3702186" h="1891481">
                  <a:moveTo>
                    <a:pt x="0" y="0"/>
                  </a:moveTo>
                  <a:lnTo>
                    <a:pt x="3702186" y="0"/>
                  </a:lnTo>
                  <a:lnTo>
                    <a:pt x="3702186" y="1891481"/>
                  </a:lnTo>
                  <a:lnTo>
                    <a:pt x="0" y="1891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878452" y="3308872"/>
              <a:ext cx="1945283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A643F"/>
                  </a:solidFill>
                  <a:latin typeface="DM Sans"/>
                  <a:ea typeface="DM Sans"/>
                  <a:cs typeface="DM Sans"/>
                  <a:sym typeface="DM Sans"/>
                </a:rPr>
                <a:t>Jogos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6992" y="644172"/>
            <a:ext cx="8192637" cy="1946518"/>
            <a:chOff x="0" y="0"/>
            <a:chExt cx="10923516" cy="2595357"/>
          </a:xfrm>
        </p:grpSpPr>
        <p:grpSp>
          <p:nvGrpSpPr>
            <p:cNvPr id="19" name="Group 19"/>
            <p:cNvGrpSpPr/>
            <p:nvPr/>
          </p:nvGrpSpPr>
          <p:grpSpPr>
            <a:xfrm rot="-69087">
              <a:off x="22787" y="109057"/>
              <a:ext cx="10877942" cy="2377242"/>
              <a:chOff x="0" y="0"/>
              <a:chExt cx="1636807" cy="35770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636807" cy="357704"/>
              </a:xfrm>
              <a:custGeom>
                <a:avLst/>
                <a:gdLst/>
                <a:ahLst/>
                <a:cxnLst/>
                <a:rect l="l" t="t" r="r" b="b"/>
                <a:pathLst>
                  <a:path w="1636807" h="357704">
                    <a:moveTo>
                      <a:pt x="0" y="0"/>
                    </a:moveTo>
                    <a:lnTo>
                      <a:pt x="1636807" y="0"/>
                    </a:lnTo>
                    <a:lnTo>
                      <a:pt x="1636807" y="357704"/>
                    </a:lnTo>
                    <a:lnTo>
                      <a:pt x="0" y="357704"/>
                    </a:lnTo>
                    <a:close/>
                  </a:path>
                </a:pathLst>
              </a:custGeom>
              <a:solidFill>
                <a:srgbClr val="FA643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636807" cy="3958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11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78613" y="335973"/>
              <a:ext cx="10566291" cy="1778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>
                  <a:solidFill>
                    <a:srgbClr val="A1C3FF"/>
                  </a:solidFill>
                  <a:latin typeface="Lazord Sans Serif Expanded Bold"/>
                  <a:ea typeface="Lazord Sans Serif Expanded Bold"/>
                  <a:cs typeface="Lazord Sans Serif Expanded Bold"/>
                  <a:sym typeface="Lazord Sans Serif Expanded Bold"/>
                </a:rPr>
                <a:t>Quem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83462" y="7785746"/>
            <a:ext cx="8192637" cy="1946518"/>
            <a:chOff x="0" y="0"/>
            <a:chExt cx="10923516" cy="2595357"/>
          </a:xfrm>
        </p:grpSpPr>
        <p:grpSp>
          <p:nvGrpSpPr>
            <p:cNvPr id="24" name="Group 24"/>
            <p:cNvGrpSpPr/>
            <p:nvPr/>
          </p:nvGrpSpPr>
          <p:grpSpPr>
            <a:xfrm rot="-69087">
              <a:off x="22787" y="109057"/>
              <a:ext cx="10877942" cy="2377242"/>
              <a:chOff x="0" y="0"/>
              <a:chExt cx="1636807" cy="35770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636807" cy="357704"/>
              </a:xfrm>
              <a:custGeom>
                <a:avLst/>
                <a:gdLst/>
                <a:ahLst/>
                <a:cxnLst/>
                <a:rect l="l" t="t" r="r" b="b"/>
                <a:pathLst>
                  <a:path w="1636807" h="357704">
                    <a:moveTo>
                      <a:pt x="0" y="0"/>
                    </a:moveTo>
                    <a:lnTo>
                      <a:pt x="1636807" y="0"/>
                    </a:lnTo>
                    <a:lnTo>
                      <a:pt x="1636807" y="357704"/>
                    </a:lnTo>
                    <a:lnTo>
                      <a:pt x="0" y="357704"/>
                    </a:lnTo>
                    <a:close/>
                  </a:path>
                </a:pathLst>
              </a:custGeom>
              <a:solidFill>
                <a:srgbClr val="FA643F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636807" cy="3958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11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78613" y="335973"/>
              <a:ext cx="10566291" cy="1778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8000" b="1">
                  <a:solidFill>
                    <a:srgbClr val="A1C3FF"/>
                  </a:solidFill>
                  <a:latin typeface="Lazord Sans Serif Expanded Bold"/>
                  <a:ea typeface="Lazord Sans Serif Expanded Bold"/>
                  <a:cs typeface="Lazord Sans Serif Expanded Bold"/>
                  <a:sym typeface="Lazord Sans Serif Expanded Bold"/>
                </a:rPr>
                <a:t>usa?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4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66728" y="4725626"/>
            <a:ext cx="11354544" cy="150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b="1">
                <a:solidFill>
                  <a:srgbClr val="FF7032"/>
                </a:solidFill>
                <a:latin typeface="DM Sans Bold"/>
                <a:ea typeface="DM Sans Bold"/>
                <a:cs typeface="DM Sans Bold"/>
                <a:sym typeface="DM Sans Bold"/>
              </a:rPr>
              <a:t>Revisando na prática</a:t>
            </a:r>
          </a:p>
        </p:txBody>
      </p:sp>
      <p:sp>
        <p:nvSpPr>
          <p:cNvPr id="3" name="Freeform 3"/>
          <p:cNvSpPr/>
          <p:nvPr/>
        </p:nvSpPr>
        <p:spPr>
          <a:xfrm rot="-1646292">
            <a:off x="-3541531" y="-372901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2" y="0"/>
                </a:lnTo>
                <a:lnTo>
                  <a:pt x="8529612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46292">
            <a:off x="13367880" y="7520108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3" y="0"/>
                </a:lnTo>
                <a:lnTo>
                  <a:pt x="8529613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957193">
            <a:off x="-3586715" y="7645462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86826">
            <a:off x="15531966" y="-2346467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41815" y="2566840"/>
            <a:ext cx="2404370" cy="2079688"/>
          </a:xfrm>
          <a:custGeom>
            <a:avLst/>
            <a:gdLst/>
            <a:ahLst/>
            <a:cxnLst/>
            <a:rect l="l" t="t" r="r" b="b"/>
            <a:pathLst>
              <a:path w="2404370" h="2079688">
                <a:moveTo>
                  <a:pt x="0" y="0"/>
                </a:moveTo>
                <a:lnTo>
                  <a:pt x="2404370" y="0"/>
                </a:lnTo>
                <a:lnTo>
                  <a:pt x="2404370" y="2079688"/>
                </a:lnTo>
                <a:lnTo>
                  <a:pt x="0" y="20796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6752" b="-816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46292">
            <a:off x="-3541531" y="-372901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2" y="0"/>
                </a:lnTo>
                <a:lnTo>
                  <a:pt x="8529612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46292">
            <a:off x="13367880" y="7520108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3" y="0"/>
                </a:lnTo>
                <a:lnTo>
                  <a:pt x="8529613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957193">
            <a:off x="-3586715" y="7645462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186826">
            <a:off x="15531966" y="-2346467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985670" y="183193"/>
            <a:ext cx="2347974" cy="2221771"/>
          </a:xfrm>
          <a:custGeom>
            <a:avLst/>
            <a:gdLst/>
            <a:ahLst/>
            <a:cxnLst/>
            <a:rect l="l" t="t" r="r" b="b"/>
            <a:pathLst>
              <a:path w="2347974" h="2221771">
                <a:moveTo>
                  <a:pt x="0" y="0"/>
                </a:moveTo>
                <a:lnTo>
                  <a:pt x="2347974" y="0"/>
                </a:lnTo>
                <a:lnTo>
                  <a:pt x="2347974" y="2221771"/>
                </a:lnTo>
                <a:lnTo>
                  <a:pt x="0" y="22217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077409" y="2033207"/>
            <a:ext cx="680091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Exercício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03508" y="4271722"/>
            <a:ext cx="12433792" cy="870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Fibonacci com Recursividade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21177" y="5649209"/>
            <a:ext cx="11245647" cy="480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8645" lvl="1" indent="-294005" algn="ctr">
              <a:lnSpc>
                <a:spcPts val="382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Crie uma função recursiva chamada int fibonacci(int n).</a:t>
            </a:r>
            <a:endParaRPr lang="pt-BR"/>
          </a:p>
          <a:p>
            <a:pPr marL="588645" lvl="1" indent="-294005" algn="ctr">
              <a:lnSpc>
                <a:spcPts val="382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função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as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seguintes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regras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588645" lvl="1" indent="-294005" algn="ctr">
              <a:lnSpc>
                <a:spcPts val="382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n for 0,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retorne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588645" lvl="1" indent="-294005" algn="ctr">
              <a:lnSpc>
                <a:spcPts val="382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n for 1,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retorne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1.</a:t>
            </a: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588645" lvl="1" indent="-294005" algn="ctr">
              <a:lnSpc>
                <a:spcPts val="382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qualquer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outro valor de n,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retorne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soma dos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dois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números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Fibonacci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anteriores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chamando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própria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função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fibonacci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(n-1) +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fibonacci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(n-2).</a:t>
            </a: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588645" lvl="1" indent="-294005" algn="ctr">
              <a:lnSpc>
                <a:spcPts val="382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main,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peça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ao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usuário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digitar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um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número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 e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imprima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7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fibonacci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(n).</a:t>
            </a: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3821"/>
              </a:lnSpc>
            </a:pPr>
            <a:endParaRPr lang="en-US" sz="27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46292">
            <a:off x="-3541531" y="-372901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2" y="0"/>
                </a:lnTo>
                <a:lnTo>
                  <a:pt x="8529612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46292">
            <a:off x="13367880" y="7520108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3" y="0"/>
                </a:lnTo>
                <a:lnTo>
                  <a:pt x="8529613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957193">
            <a:off x="-3586715" y="7645462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186826">
            <a:off x="15531966" y="-2346467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75485" y="2564382"/>
            <a:ext cx="671967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Exercício</a:t>
            </a:r>
            <a:r>
              <a:rPr lang="en-US" sz="9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2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53510" y="3906280"/>
            <a:ext cx="640675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Somatório de Array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08290" y="5650985"/>
            <a:ext cx="11245647" cy="432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264" lvl="1" indent="-294632" algn="ctr">
              <a:lnSpc>
                <a:spcPts val="3821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Crie uma função float somarArray(float arr[], int tamanho).</a:t>
            </a:r>
          </a:p>
          <a:p>
            <a:pPr marL="589264" lvl="1" indent="-294632" algn="ctr">
              <a:lnSpc>
                <a:spcPts val="3821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função deve receber um array de inteiros (int arr[]) e seu tamanho (int tamanho) como parâmetros.</a:t>
            </a:r>
          </a:p>
          <a:p>
            <a:pPr marL="589264" lvl="1" indent="-294632" algn="ctr">
              <a:lnSpc>
                <a:spcPts val="3821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Some os valores que estão guardados no array.</a:t>
            </a:r>
          </a:p>
          <a:p>
            <a:pPr marL="589264" lvl="1" indent="-294632" algn="ctr">
              <a:lnSpc>
                <a:spcPts val="3821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Retorne o valor final da soma.</a:t>
            </a:r>
          </a:p>
          <a:p>
            <a:pPr marL="589264" lvl="1" indent="-294632" algn="ctr">
              <a:lnSpc>
                <a:spcPts val="3821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 main, faça a entrada de valores em um array de float.</a:t>
            </a:r>
          </a:p>
          <a:p>
            <a:pPr marL="589264" lvl="1" indent="-294632" algn="ctr">
              <a:lnSpc>
                <a:spcPts val="3821"/>
              </a:lnSpc>
              <a:buFont typeface="Arial"/>
              <a:buChar char="•"/>
            </a:pPr>
            <a:r>
              <a:rPr lang="en-US" sz="27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Chame a função somarArray com o array e seu tamanho, e imprima o resultado.</a:t>
            </a:r>
          </a:p>
          <a:p>
            <a:pPr algn="ctr">
              <a:lnSpc>
                <a:spcPts val="3821"/>
              </a:lnSpc>
            </a:pPr>
            <a:endParaRPr lang="en-US" sz="27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111528" y="354114"/>
            <a:ext cx="2021811" cy="2221771"/>
          </a:xfrm>
          <a:custGeom>
            <a:avLst/>
            <a:gdLst/>
            <a:ahLst/>
            <a:cxnLst/>
            <a:rect l="l" t="t" r="r" b="b"/>
            <a:pathLst>
              <a:path w="2021811" h="2221771">
                <a:moveTo>
                  <a:pt x="0" y="0"/>
                </a:moveTo>
                <a:lnTo>
                  <a:pt x="2021812" y="0"/>
                </a:lnTo>
                <a:lnTo>
                  <a:pt x="2021812" y="2221770"/>
                </a:lnTo>
                <a:lnTo>
                  <a:pt x="0" y="2221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46292">
            <a:off x="-3541531" y="-372901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2" y="0"/>
                </a:lnTo>
                <a:lnTo>
                  <a:pt x="8529612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46292">
            <a:off x="13367880" y="7520108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3" y="0"/>
                </a:lnTo>
                <a:lnTo>
                  <a:pt x="8529613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957193">
            <a:off x="-3586715" y="7645462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186826">
            <a:off x="15531966" y="-2346467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77409" y="2780042"/>
            <a:ext cx="615895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Exercício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8459" y="4100375"/>
            <a:ext cx="1007685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Média de Notas com Validação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57629" y="5660510"/>
            <a:ext cx="11598514" cy="457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680" lvl="1" indent="-255340" algn="ctr">
              <a:lnSpc>
                <a:spcPts val="3311"/>
              </a:lnSpc>
              <a:buFont typeface="Arial"/>
              <a:buChar char="•"/>
            </a:pPr>
            <a:r>
              <a:rPr lang="en-US" sz="23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Peça ao usuário para digitar quantas notas ele quer inserir.</a:t>
            </a:r>
          </a:p>
          <a:p>
            <a:pPr marL="510680" lvl="1" indent="-255340" algn="ctr">
              <a:lnSpc>
                <a:spcPts val="3311"/>
              </a:lnSpc>
              <a:buFont typeface="Arial"/>
              <a:buChar char="•"/>
            </a:pPr>
            <a:r>
              <a:rPr lang="en-US" sz="23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Crie um for loop que se repete o número de vezes que o usuário digitou.</a:t>
            </a:r>
          </a:p>
          <a:p>
            <a:pPr marL="510680" lvl="1" indent="-255340" algn="ctr">
              <a:lnSpc>
                <a:spcPts val="3311"/>
              </a:lnSpc>
              <a:buFont typeface="Arial"/>
              <a:buChar char="•"/>
            </a:pPr>
            <a:r>
              <a:rPr lang="en-US" sz="23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Dentro do loop, peça ao usuário para inserir uma nota.</a:t>
            </a:r>
          </a:p>
          <a:p>
            <a:pPr marL="510680" lvl="1" indent="-255340" algn="ctr">
              <a:lnSpc>
                <a:spcPts val="3311"/>
              </a:lnSpc>
              <a:buFont typeface="Arial"/>
              <a:buChar char="•"/>
            </a:pPr>
            <a:r>
              <a:rPr lang="en-US" sz="23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um while loop interno para validar a nota. O while deve continuar pedindo a nota até que o valor esteja no intervalo de 0 a 10.</a:t>
            </a:r>
          </a:p>
          <a:p>
            <a:pPr marL="510680" lvl="1" indent="-255340" algn="ctr">
              <a:lnSpc>
                <a:spcPts val="3311"/>
              </a:lnSpc>
              <a:buFont typeface="Arial"/>
              <a:buChar char="•"/>
            </a:pPr>
            <a:r>
              <a:rPr lang="en-US" sz="23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Acumule as notas válidas em uma variável de soma.</a:t>
            </a:r>
          </a:p>
          <a:p>
            <a:pPr marL="510680" lvl="1" indent="-255340" algn="ctr">
              <a:lnSpc>
                <a:spcPts val="3311"/>
              </a:lnSpc>
              <a:buFont typeface="Arial"/>
              <a:buChar char="•"/>
            </a:pPr>
            <a:r>
              <a:rPr lang="en-US" sz="23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Após o loop, calcule a média dividindo a soma pelo número total de notas inseridas.</a:t>
            </a:r>
          </a:p>
          <a:p>
            <a:pPr marL="510680" lvl="1" indent="-255340" algn="ctr">
              <a:lnSpc>
                <a:spcPts val="3311"/>
              </a:lnSpc>
              <a:buFont typeface="Arial"/>
              <a:buChar char="•"/>
            </a:pPr>
            <a:r>
              <a:rPr lang="en-US" sz="23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Imprima a média final e, usando um if/else, diga se o aluno foi "Aprovado" (média &gt;= 7) ou "Reprovado".</a:t>
            </a:r>
          </a:p>
          <a:p>
            <a:pPr algn="ctr">
              <a:lnSpc>
                <a:spcPts val="3311"/>
              </a:lnSpc>
            </a:pPr>
            <a:endParaRPr lang="en-US" sz="2365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513575" y="828944"/>
            <a:ext cx="3235077" cy="3896846"/>
            <a:chOff x="0" y="0"/>
            <a:chExt cx="4313436" cy="5195795"/>
          </a:xfrm>
        </p:grpSpPr>
        <p:sp>
          <p:nvSpPr>
            <p:cNvPr id="10" name="Freeform 10"/>
            <p:cNvSpPr/>
            <p:nvPr/>
          </p:nvSpPr>
          <p:spPr>
            <a:xfrm>
              <a:off x="917075" y="0"/>
              <a:ext cx="2479286" cy="3505418"/>
            </a:xfrm>
            <a:custGeom>
              <a:avLst/>
              <a:gdLst/>
              <a:ahLst/>
              <a:cxnLst/>
              <a:rect l="l" t="t" r="r" b="b"/>
              <a:pathLst>
                <a:path w="2479286" h="3505418">
                  <a:moveTo>
                    <a:pt x="0" y="0"/>
                  </a:moveTo>
                  <a:lnTo>
                    <a:pt x="2479286" y="0"/>
                  </a:lnTo>
                  <a:lnTo>
                    <a:pt x="2479286" y="3505418"/>
                  </a:lnTo>
                  <a:lnTo>
                    <a:pt x="0" y="3505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4271235"/>
              <a:ext cx="4313436" cy="924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46292">
            <a:off x="-3541531" y="-372901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2" y="0"/>
                </a:lnTo>
                <a:lnTo>
                  <a:pt x="8529612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46292">
            <a:off x="13367880" y="7520108"/>
            <a:ext cx="8529613" cy="4200834"/>
          </a:xfrm>
          <a:custGeom>
            <a:avLst/>
            <a:gdLst/>
            <a:ahLst/>
            <a:cxnLst/>
            <a:rect l="l" t="t" r="r" b="b"/>
            <a:pathLst>
              <a:path w="8529613" h="4200834">
                <a:moveTo>
                  <a:pt x="0" y="0"/>
                </a:moveTo>
                <a:lnTo>
                  <a:pt x="8529613" y="0"/>
                </a:lnTo>
                <a:lnTo>
                  <a:pt x="8529613" y="4200834"/>
                </a:lnTo>
                <a:lnTo>
                  <a:pt x="0" y="420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957193">
            <a:off x="-3586715" y="7645462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186826">
            <a:off x="15531966" y="-2346467"/>
            <a:ext cx="5496847" cy="4692933"/>
          </a:xfrm>
          <a:custGeom>
            <a:avLst/>
            <a:gdLst/>
            <a:ahLst/>
            <a:cxnLst/>
            <a:rect l="l" t="t" r="r" b="b"/>
            <a:pathLst>
              <a:path w="5496847" h="4692933">
                <a:moveTo>
                  <a:pt x="0" y="0"/>
                </a:moveTo>
                <a:lnTo>
                  <a:pt x="5496847" y="0"/>
                </a:lnTo>
                <a:lnTo>
                  <a:pt x="5496847" y="4692934"/>
                </a:lnTo>
                <a:lnTo>
                  <a:pt x="0" y="46929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64523" y="2486357"/>
            <a:ext cx="615895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Exercício 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05138" y="3957651"/>
            <a:ext cx="1107772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Conversor de Unidades Interativo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3841" y="6029726"/>
            <a:ext cx="17089763" cy="5129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37"/>
              </a:lnSpc>
            </a:pP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Crie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duas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funções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391160" lvl="1" indent="-195580" algn="ctr">
              <a:lnSpc>
                <a:spcPts val="2537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double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celsiusParaFahrenheit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(double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celsius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):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converte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Celsius para Fahrenheit.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391160" lvl="1" indent="-195580" algn="ctr">
              <a:lnSpc>
                <a:spcPts val="2537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double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celsiusParaKelvin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(double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celsius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):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converte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Celsius para Kelvin.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main, use um do-while loop para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apresentar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um menu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usuário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As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opções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ser: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Converter Celsius para Fahrenheit.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Converter Celsius para Kelvin.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Sair.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um switch para lidar com a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opção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escolhida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Case 1: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Chame a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função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celsiusParaFahrenheit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imprima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Case 2: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Chame a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função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celsiusParaKelvin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imprima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Case 3: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Saia do do-while loop.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loop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continuar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até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que o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usuário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escolha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opção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sair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>
              <a:lnSpc>
                <a:spcPts val="2537"/>
              </a:lnSpc>
            </a:pPr>
            <a:endParaRPr lang="en-US" sz="2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949166" y="274112"/>
            <a:ext cx="2389669" cy="2383695"/>
          </a:xfrm>
          <a:custGeom>
            <a:avLst/>
            <a:gdLst/>
            <a:ahLst/>
            <a:cxnLst/>
            <a:rect l="l" t="t" r="r" b="b"/>
            <a:pathLst>
              <a:path w="2389669" h="2383695">
                <a:moveTo>
                  <a:pt x="0" y="0"/>
                </a:moveTo>
                <a:lnTo>
                  <a:pt x="2389668" y="0"/>
                </a:lnTo>
                <a:lnTo>
                  <a:pt x="2389668" y="2383695"/>
                </a:lnTo>
                <a:lnTo>
                  <a:pt x="0" y="23836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552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4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3500" y="5946669"/>
            <a:ext cx="4818748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799">
                <a:solidFill>
                  <a:srgbClr val="FF7032"/>
                </a:solidFill>
                <a:latin typeface="DM Sans"/>
                <a:ea typeface="DM Sans"/>
                <a:cs typeface="DM Sans"/>
                <a:sym typeface="DM Sans"/>
              </a:rPr>
              <a:t>Agradeço a todos pela paciência, até o próximo paradigma!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93979" y="610117"/>
            <a:ext cx="11432251" cy="3508307"/>
            <a:chOff x="0" y="0"/>
            <a:chExt cx="15243002" cy="4677743"/>
          </a:xfrm>
        </p:grpSpPr>
        <p:grpSp>
          <p:nvGrpSpPr>
            <p:cNvPr id="4" name="Group 4"/>
            <p:cNvGrpSpPr/>
            <p:nvPr/>
          </p:nvGrpSpPr>
          <p:grpSpPr>
            <a:xfrm rot="-164197">
              <a:off x="86006" y="357523"/>
              <a:ext cx="15070990" cy="3962697"/>
              <a:chOff x="0" y="0"/>
              <a:chExt cx="2267736" cy="59626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267736" cy="596268"/>
              </a:xfrm>
              <a:custGeom>
                <a:avLst/>
                <a:gdLst/>
                <a:ahLst/>
                <a:cxnLst/>
                <a:rect l="l" t="t" r="r" b="b"/>
                <a:pathLst>
                  <a:path w="2267736" h="596268">
                    <a:moveTo>
                      <a:pt x="0" y="0"/>
                    </a:moveTo>
                    <a:lnTo>
                      <a:pt x="2267736" y="0"/>
                    </a:lnTo>
                    <a:lnTo>
                      <a:pt x="2267736" y="596268"/>
                    </a:lnTo>
                    <a:lnTo>
                      <a:pt x="0" y="596268"/>
                    </a:lnTo>
                    <a:close/>
                  </a:path>
                </a:pathLst>
              </a:custGeom>
              <a:solidFill>
                <a:srgbClr val="A1C3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267736" cy="6343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11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55618" y="1109706"/>
              <a:ext cx="13685841" cy="2801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60"/>
                </a:lnSpc>
              </a:pPr>
              <a:r>
                <a:rPr lang="en-US" sz="8000" b="1" spc="-464">
                  <a:solidFill>
                    <a:srgbClr val="FF7032"/>
                  </a:solidFill>
                  <a:latin typeface="Lazord Sans Serif Expanded Bold"/>
                  <a:ea typeface="Lazord Sans Serif Expanded Bold"/>
                  <a:cs typeface="Lazord Sans Serif Expanded Bold"/>
                  <a:sym typeface="Lazord Sans Serif Expanded Bold"/>
                </a:rPr>
                <a:t>Fim do Paradigma Imperativo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420739" y="5217689"/>
            <a:ext cx="7210574" cy="150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b="1">
                <a:solidFill>
                  <a:srgbClr val="FF7032"/>
                </a:solidFill>
                <a:latin typeface="DM Sans Bold"/>
                <a:ea typeface="DM Sans Bold"/>
                <a:cs typeface="DM Sans Bold"/>
                <a:sym typeface="DM Sans Bold"/>
              </a:rPr>
              <a:t>Próxima aula: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80778" y="6708669"/>
            <a:ext cx="5290497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7032"/>
                </a:solidFill>
                <a:latin typeface="DM Sans"/>
                <a:ea typeface="DM Sans"/>
                <a:cs typeface="DM Sans"/>
                <a:sym typeface="DM Sans"/>
              </a:rPr>
              <a:t>C++ no Paradigma Orientado a Objetos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9B3818C31D8F47AD28B29A9135AE8A" ma:contentTypeVersion="7" ma:contentTypeDescription="Create a new document." ma:contentTypeScope="" ma:versionID="8daa4194fd7d3a125eb36181f57021f4">
  <xsd:schema xmlns:xsd="http://www.w3.org/2001/XMLSchema" xmlns:xs="http://www.w3.org/2001/XMLSchema" xmlns:p="http://schemas.microsoft.com/office/2006/metadata/properties" xmlns:ns2="e5e511bc-8078-4160-a109-db45ec42a4a1" targetNamespace="http://schemas.microsoft.com/office/2006/metadata/properties" ma:root="true" ma:fieldsID="633966026f40006b19993d6ddda3fb41" ns2:_="">
    <xsd:import namespace="e5e511bc-8078-4160-a109-db45ec42a4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511bc-8078-4160-a109-db45ec42a4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C0D722-13E3-4B37-BEF4-517D9D21770E}">
  <ds:schemaRefs>
    <ds:schemaRef ds:uri="e5e511bc-8078-4160-a109-db45ec42a4a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4A48ABD-DDD5-4C6B-9245-38DADB00D31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5BD4B2D-719E-40C9-8E9E-9582A68CA8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05</dc:title>
  <cp:revision>1</cp:revision>
  <dcterms:created xsi:type="dcterms:W3CDTF">2006-08-16T00:00:00Z</dcterms:created>
  <dcterms:modified xsi:type="dcterms:W3CDTF">2025-09-23T21:27:13Z</dcterms:modified>
  <dc:identifier>DAGyr09FRG4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0x010100F49B3818C31D8F47AD28B29A9135AE8A</vt:lpwstr>
  </property>
</Properties>
</file>